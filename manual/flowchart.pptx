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8" r:id="rId2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D9422-B915-4944-9C92-2310A34C47F8}" v="19" dt="2023-10-18T04:54:53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33" autoAdjust="0"/>
    <p:restoredTop sz="96814" autoAdjust="0"/>
  </p:normalViewPr>
  <p:slideViewPr>
    <p:cSldViewPr snapToGrid="0">
      <p:cViewPr>
        <p:scale>
          <a:sx n="100" d="100"/>
          <a:sy n="100" d="100"/>
        </p:scale>
        <p:origin x="-822" y="-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 Vernier" userId="c0724c4be7323c75" providerId="LiveId" clId="{F31AC5FB-465D-4BBF-A91C-9AD266D9C5DA}"/>
    <pc:docChg chg="undo custSel addSld modSld sldOrd">
      <pc:chgData name="Pierre Vernier" userId="c0724c4be7323c75" providerId="LiveId" clId="{F31AC5FB-465D-4BBF-A91C-9AD266D9C5DA}" dt="2023-09-01T17:09:21.759" v="238" actId="207"/>
      <pc:docMkLst>
        <pc:docMk/>
      </pc:docMkLst>
      <pc:sldChg chg="modSp mod">
        <pc:chgData name="Pierre Vernier" userId="c0724c4be7323c75" providerId="LiveId" clId="{F31AC5FB-465D-4BBF-A91C-9AD266D9C5DA}" dt="2023-09-01T17:09:21.759" v="238" actId="207"/>
        <pc:sldMkLst>
          <pc:docMk/>
          <pc:sldMk cId="3244708433" sldId="260"/>
        </pc:sldMkLst>
        <pc:spChg chg="mod">
          <ac:chgData name="Pierre Vernier" userId="c0724c4be7323c75" providerId="LiveId" clId="{F31AC5FB-465D-4BBF-A91C-9AD266D9C5DA}" dt="2023-09-01T17:07:07.638" v="160" actId="6549"/>
          <ac:spMkLst>
            <pc:docMk/>
            <pc:sldMk cId="3244708433" sldId="260"/>
            <ac:spMk id="5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6:52.357" v="156" actId="6549"/>
          <ac:spMkLst>
            <pc:docMk/>
            <pc:sldMk cId="3244708433" sldId="260"/>
            <ac:spMk id="6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7:02.857" v="158" actId="6549"/>
          <ac:spMkLst>
            <pc:docMk/>
            <pc:sldMk cId="3244708433" sldId="260"/>
            <ac:spMk id="7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7:08.948" v="161" actId="6549"/>
          <ac:spMkLst>
            <pc:docMk/>
            <pc:sldMk cId="3244708433" sldId="260"/>
            <ac:spMk id="10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9:21.759" v="238" actId="207"/>
          <ac:spMkLst>
            <pc:docMk/>
            <pc:sldMk cId="3244708433" sldId="260"/>
            <ac:spMk id="11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7:05.675" v="159" actId="6549"/>
          <ac:spMkLst>
            <pc:docMk/>
            <pc:sldMk cId="3244708433" sldId="260"/>
            <ac:spMk id="19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6:55.070" v="157" actId="6549"/>
          <ac:spMkLst>
            <pc:docMk/>
            <pc:sldMk cId="3244708433" sldId="260"/>
            <ac:spMk id="21" creationId="{00000000-0000-0000-0000-000000000000}"/>
          </ac:spMkLst>
        </pc:spChg>
      </pc:sldChg>
      <pc:sldChg chg="add">
        <pc:chgData name="Pierre Vernier" userId="c0724c4be7323c75" providerId="LiveId" clId="{F31AC5FB-465D-4BBF-A91C-9AD266D9C5DA}" dt="2023-09-01T08:00:33.477" v="0"/>
        <pc:sldMkLst>
          <pc:docMk/>
          <pc:sldMk cId="330978501" sldId="261"/>
        </pc:sldMkLst>
      </pc:sldChg>
      <pc:sldChg chg="modSp add mod ord">
        <pc:chgData name="Pierre Vernier" userId="c0724c4be7323c75" providerId="LiveId" clId="{F31AC5FB-465D-4BBF-A91C-9AD266D9C5DA}" dt="2023-09-01T17:08:38.264" v="237" actId="20577"/>
        <pc:sldMkLst>
          <pc:docMk/>
          <pc:sldMk cId="1388768846" sldId="262"/>
        </pc:sldMkLst>
        <pc:spChg chg="mod">
          <ac:chgData name="Pierre Vernier" userId="c0724c4be7323c75" providerId="LiveId" clId="{F31AC5FB-465D-4BBF-A91C-9AD266D9C5DA}" dt="2023-09-01T17:08:38.264" v="237" actId="20577"/>
          <ac:spMkLst>
            <pc:docMk/>
            <pc:sldMk cId="1388768846" sldId="262"/>
            <ac:spMk id="11" creationId="{00000000-0000-0000-0000-000000000000}"/>
          </ac:spMkLst>
        </pc:spChg>
      </pc:sldChg>
      <pc:sldChg chg="add">
        <pc:chgData name="Pierre Vernier" userId="c0724c4be7323c75" providerId="LiveId" clId="{F31AC5FB-465D-4BBF-A91C-9AD266D9C5DA}" dt="2023-09-01T08:00:33.477" v="0"/>
        <pc:sldMkLst>
          <pc:docMk/>
          <pc:sldMk cId="3958138750" sldId="263"/>
        </pc:sldMkLst>
      </pc:sldChg>
      <pc:sldChg chg="add">
        <pc:chgData name="Pierre Vernier" userId="c0724c4be7323c75" providerId="LiveId" clId="{F31AC5FB-465D-4BBF-A91C-9AD266D9C5DA}" dt="2023-09-01T08:00:33.477" v="0"/>
        <pc:sldMkLst>
          <pc:docMk/>
          <pc:sldMk cId="918527751" sldId="264"/>
        </pc:sldMkLst>
      </pc:sldChg>
    </pc:docChg>
  </pc:docChgLst>
  <pc:docChgLst>
    <pc:chgData name="Pierre Vernier" userId="c0724c4be7323c75" providerId="LiveId" clId="{A54B2047-D705-4156-B7F2-0E72A8F30646}"/>
    <pc:docChg chg="undo custSel addSld modSld modMainMaster">
      <pc:chgData name="Pierre Vernier" userId="c0724c4be7323c75" providerId="LiveId" clId="{A54B2047-D705-4156-B7F2-0E72A8F30646}" dt="2023-08-11T15:13:54.870" v="3295" actId="20577"/>
      <pc:docMkLst>
        <pc:docMk/>
      </pc:docMkLst>
      <pc:sldChg chg="addSp delSp modSp new mod modClrScheme chgLayout">
        <pc:chgData name="Pierre Vernier" userId="c0724c4be7323c75" providerId="LiveId" clId="{A54B2047-D705-4156-B7F2-0E72A8F30646}" dt="2023-08-11T15:13:24.213" v="3283" actId="404"/>
        <pc:sldMkLst>
          <pc:docMk/>
          <pc:sldMk cId="3703662875" sldId="256"/>
        </pc:sldMkLst>
        <pc:spChg chg="mod ord">
          <ac:chgData name="Pierre Vernier" userId="c0724c4be7323c75" providerId="LiveId" clId="{A54B2047-D705-4156-B7F2-0E72A8F30646}" dt="2023-08-11T15:13:24.213" v="3283" actId="404"/>
          <ac:spMkLst>
            <pc:docMk/>
            <pc:sldMk cId="3703662875" sldId="256"/>
            <ac:spMk id="2" creationId="{E304680F-373E-0703-D306-73CDA9845B4E}"/>
          </ac:spMkLst>
        </pc:spChg>
        <pc:spChg chg="del mod ord">
          <ac:chgData name="Pierre Vernier" userId="c0724c4be7323c75" providerId="LiveId" clId="{A54B2047-D705-4156-B7F2-0E72A8F30646}" dt="2023-08-11T14:16:03.888" v="158" actId="700"/>
          <ac:spMkLst>
            <pc:docMk/>
            <pc:sldMk cId="3703662875" sldId="256"/>
            <ac:spMk id="3" creationId="{2BC1BFC0-5B8D-5EDB-9BE7-1518775C066D}"/>
          </ac:spMkLst>
        </pc:spChg>
        <pc:spChg chg="add mod ord">
          <ac:chgData name="Pierre Vernier" userId="c0724c4be7323c75" providerId="LiveId" clId="{A54B2047-D705-4156-B7F2-0E72A8F30646}" dt="2023-08-11T14:44:08.105" v="1851" actId="20577"/>
          <ac:spMkLst>
            <pc:docMk/>
            <pc:sldMk cId="3703662875" sldId="256"/>
            <ac:spMk id="4" creationId="{CAEC3691-BE7B-3395-2159-E176B71DA9C9}"/>
          </ac:spMkLst>
        </pc:spChg>
        <pc:graphicFrameChg chg="del mod">
          <ac:chgData name="Pierre Vernier" userId="c0724c4be7323c75" providerId="LiveId" clId="{A54B2047-D705-4156-B7F2-0E72A8F30646}" dt="2023-08-11T14:16:17.278" v="159"/>
          <ac:graphicFrameMkLst>
            <pc:docMk/>
            <pc:sldMk cId="3703662875" sldId="256"/>
            <ac:graphicFrameMk id="5" creationId="{EC61639C-3197-6E58-FC1D-D7D9801F7ED2}"/>
          </ac:graphicFrameMkLst>
        </pc:graphicFrameChg>
      </pc:sldChg>
      <pc:sldChg chg="modSp new mod">
        <pc:chgData name="Pierre Vernier" userId="c0724c4be7323c75" providerId="LiveId" clId="{A54B2047-D705-4156-B7F2-0E72A8F30646}" dt="2023-08-11T14:44:34.765" v="1852" actId="20577"/>
        <pc:sldMkLst>
          <pc:docMk/>
          <pc:sldMk cId="3562484713" sldId="257"/>
        </pc:sldMkLst>
        <pc:spChg chg="mod">
          <ac:chgData name="Pierre Vernier" userId="c0724c4be7323c75" providerId="LiveId" clId="{A54B2047-D705-4156-B7F2-0E72A8F30646}" dt="2023-08-11T14:18:50.735" v="191" actId="20577"/>
          <ac:spMkLst>
            <pc:docMk/>
            <pc:sldMk cId="3562484713" sldId="257"/>
            <ac:spMk id="2" creationId="{116B9C0E-1A5B-2E55-C2EB-F86EFDBA52A2}"/>
          </ac:spMkLst>
        </pc:spChg>
        <pc:spChg chg="mod">
          <ac:chgData name="Pierre Vernier" userId="c0724c4be7323c75" providerId="LiveId" clId="{A54B2047-D705-4156-B7F2-0E72A8F30646}" dt="2023-08-11T14:44:34.765" v="1852" actId="20577"/>
          <ac:spMkLst>
            <pc:docMk/>
            <pc:sldMk cId="3562484713" sldId="257"/>
            <ac:spMk id="3" creationId="{0688300D-A2BA-66B6-4908-8DFC55BA538D}"/>
          </ac:spMkLst>
        </pc:spChg>
      </pc:sldChg>
      <pc:sldChg chg="modSp new mod">
        <pc:chgData name="Pierre Vernier" userId="c0724c4be7323c75" providerId="LiveId" clId="{A54B2047-D705-4156-B7F2-0E72A8F30646}" dt="2023-08-11T15:06:47.984" v="2998" actId="20577"/>
        <pc:sldMkLst>
          <pc:docMk/>
          <pc:sldMk cId="2879998706" sldId="258"/>
        </pc:sldMkLst>
        <pc:spChg chg="mod">
          <ac:chgData name="Pierre Vernier" userId="c0724c4be7323c75" providerId="LiveId" clId="{A54B2047-D705-4156-B7F2-0E72A8F30646}" dt="2023-08-11T14:31:08.773" v="1182" actId="20577"/>
          <ac:spMkLst>
            <pc:docMk/>
            <pc:sldMk cId="2879998706" sldId="258"/>
            <ac:spMk id="2" creationId="{D6C18C40-4835-511B-8562-6FCD6AE326A0}"/>
          </ac:spMkLst>
        </pc:spChg>
        <pc:spChg chg="mod">
          <ac:chgData name="Pierre Vernier" userId="c0724c4be7323c75" providerId="LiveId" clId="{A54B2047-D705-4156-B7F2-0E72A8F30646}" dt="2023-08-11T15:06:47.984" v="2998" actId="20577"/>
          <ac:spMkLst>
            <pc:docMk/>
            <pc:sldMk cId="2879998706" sldId="258"/>
            <ac:spMk id="3" creationId="{3F958465-FB11-9090-A817-11921BBB58E3}"/>
          </ac:spMkLst>
        </pc:spChg>
      </pc:sldChg>
      <pc:sldChg chg="modSp new mod">
        <pc:chgData name="Pierre Vernier" userId="c0724c4be7323c75" providerId="LiveId" clId="{A54B2047-D705-4156-B7F2-0E72A8F30646}" dt="2023-08-11T15:13:54.870" v="3295" actId="20577"/>
        <pc:sldMkLst>
          <pc:docMk/>
          <pc:sldMk cId="636350481" sldId="259"/>
        </pc:sldMkLst>
        <pc:spChg chg="mod">
          <ac:chgData name="Pierre Vernier" userId="c0724c4be7323c75" providerId="LiveId" clId="{A54B2047-D705-4156-B7F2-0E72A8F30646}" dt="2023-08-11T14:31:53.269" v="1193" actId="20577"/>
          <ac:spMkLst>
            <pc:docMk/>
            <pc:sldMk cId="636350481" sldId="259"/>
            <ac:spMk id="2" creationId="{8F3554B2-0AE5-ECAC-0A82-0C2AB5E59CB9}"/>
          </ac:spMkLst>
        </pc:spChg>
        <pc:spChg chg="mod">
          <ac:chgData name="Pierre Vernier" userId="c0724c4be7323c75" providerId="LiveId" clId="{A54B2047-D705-4156-B7F2-0E72A8F30646}" dt="2023-08-11T15:13:54.870" v="3295" actId="20577"/>
          <ac:spMkLst>
            <pc:docMk/>
            <pc:sldMk cId="636350481" sldId="259"/>
            <ac:spMk id="3" creationId="{0BFC0F62-E6BB-2430-BB94-3A7CE0E5D9AA}"/>
          </ac:spMkLst>
        </pc:spChg>
      </pc:sldChg>
      <pc:sldChg chg="modSp add mod">
        <pc:chgData name="Pierre Vernier" userId="c0724c4be7323c75" providerId="LiveId" clId="{A54B2047-D705-4156-B7F2-0E72A8F30646}" dt="2023-08-11T15:04:10.426" v="2822" actId="1076"/>
        <pc:sldMkLst>
          <pc:docMk/>
          <pc:sldMk cId="3244708433" sldId="260"/>
        </pc:sldMkLst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5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6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7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0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1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9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21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4:10.426" v="2822" actId="1076"/>
          <ac:spMkLst>
            <pc:docMk/>
            <pc:sldMk cId="3244708433" sldId="260"/>
            <ac:spMk id="44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2" creationId="{2B3EA088-57A0-CB42-A109-B4EB6276A1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3" creationId="{2ED30285-4595-5B4B-5E32-C8B101541D1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4" creationId="{4F4B7E1C-CA64-01E4-DC8D-223FFB0A8E04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5" creationId="{64C52624-50BC-C006-834A-A0EE4187DB14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6" creationId="{762EF256-978B-40DB-B81B-786153C3BE27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7" creationId="{C4F27B1B-BF07-8097-AE0D-6B20745E8CA6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8" creationId="{41FA971A-DD8B-B780-8FF7-1C35D638D39A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11" creationId="{1C1F5136-7F24-714A-A566-07B8EC1BC1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12" creationId="{D465254B-1F42-D169-8E96-897D43AD9A6D}"/>
          </ac:spMkLst>
        </pc:sp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0" creationId="{1028783F-9F6C-C8E9-DA8E-C50E12B588C4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2" creationId="{BC6219CE-1CC5-96C1-460D-D5A3C249A7A8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4" creationId="{6FC76BD0-3866-1AE0-4C1C-708BE1206B91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6" creationId="{2F25FC93-3330-2472-DD2E-A45A7E40A2B9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8" creationId="{1D11265A-A86C-F1D8-DDF5-91771EB0368D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10" creationId="{BA1A7FAE-6A97-F1C7-DB50-5CCA8A970E5A}"/>
          </ac:cxnSpMkLst>
        </pc:cxnChg>
      </pc:sldChg>
      <pc:sldMasterChg chg="modSp modSldLayout">
        <pc:chgData name="Pierre Vernier" userId="c0724c4be7323c75" providerId="LiveId" clId="{A54B2047-D705-4156-B7F2-0E72A8F30646}" dt="2023-08-11T14:11:57.581" v="0"/>
        <pc:sldMasterMkLst>
          <pc:docMk/>
          <pc:sldMasterMk cId="4183533667" sldId="2147483648"/>
        </pc:sldMasterMkLst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2" creationId="{7F5B7D9C-4199-FD7C-9BBE-DD37AE813409}"/>
          </ac:spMkLst>
        </pc:spChg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3" creationId="{0043297E-E8BA-67A6-D4B9-8F982ACA0276}"/>
          </ac:spMkLst>
        </pc:spChg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4" creationId="{77C02ABC-D22F-95A2-CBA9-973506321DAE}"/>
          </ac:spMkLst>
        </pc:spChg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5" creationId="{C2E4FAA8-B9EB-39D9-5678-A87283C31B23}"/>
          </ac:spMkLst>
        </pc:spChg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6" creationId="{C2DE6D1C-13A3-CDC3-867C-B2B1621A4736}"/>
          </ac:spMkLst>
        </pc:sp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2569554845" sldId="2147483649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569554845" sldId="2147483649"/>
              <ac:spMk id="2" creationId="{B7F99429-22DD-93AE-3B2A-D05D46B2E4D3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569554845" sldId="2147483649"/>
              <ac:spMk id="3" creationId="{D6D1B26E-BE56-86A9-BB8C-5024F513B358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4064918230" sldId="2147483651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4064918230" sldId="2147483651"/>
              <ac:spMk id="2" creationId="{813C5B23-4665-CC03-F754-A285E7DC0623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4064918230" sldId="2147483651"/>
              <ac:spMk id="3" creationId="{43C1C835-2DE9-6B2A-D066-A1FEEFE8A4E9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671364451" sldId="2147483652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671364451" sldId="2147483652"/>
              <ac:spMk id="3" creationId="{CF2B9751-CF6D-BF6F-112B-53F5609F40ED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671364451" sldId="2147483652"/>
              <ac:spMk id="4" creationId="{F226655D-6C53-5C2F-B497-CE14EE291E7D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294710240" sldId="2147483653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2" creationId="{76B5C519-5FE6-6695-79DC-58F936294D97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3" creationId="{9108F534-7543-5E1F-E324-9C285A98E3CF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4" creationId="{034D81ED-8B36-C81A-431D-7A751813E581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5" creationId="{31D6C246-4E1C-3366-7994-3E4A070E5F7B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6" creationId="{150EA772-B21F-81C2-339E-56DF3F0733D1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872255949" sldId="2147483656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872255949" sldId="2147483656"/>
              <ac:spMk id="2" creationId="{EF17A513-3696-0084-CB75-F886238584DD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872255949" sldId="2147483656"/>
              <ac:spMk id="3" creationId="{548FB55A-1DA4-2EA0-A611-BBE0030C82CC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872255949" sldId="2147483656"/>
              <ac:spMk id="4" creationId="{989ECA68-CFC8-7AAD-33B1-65FD28F036BF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356510635" sldId="2147483657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56510635" sldId="2147483657"/>
              <ac:spMk id="2" creationId="{011343F7-8078-1981-6C57-C288E18E4D22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56510635" sldId="2147483657"/>
              <ac:spMk id="3" creationId="{A9702185-BCD5-9303-C754-F69B28392AC3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56510635" sldId="2147483657"/>
              <ac:spMk id="4" creationId="{5BD5248E-75A4-648D-4911-146F65ACF3E5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3357866885" sldId="2147483659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357866885" sldId="2147483659"/>
              <ac:spMk id="2" creationId="{34798D32-05DF-893A-E48E-EA75D2BEA246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357866885" sldId="2147483659"/>
              <ac:spMk id="3" creationId="{C575CAA3-DFB8-471C-46BB-13ADBF123816}"/>
            </ac:spMkLst>
          </pc:spChg>
        </pc:sldLayoutChg>
      </pc:sldMasterChg>
    </pc:docChg>
  </pc:docChgLst>
  <pc:docChgLst>
    <pc:chgData name="Pierre Vernier" userId="c0724c4be7323c75" providerId="LiveId" clId="{8862D08D-582D-4043-9A06-CD9773D42C80}"/>
    <pc:docChg chg="undo custSel addSld delSld modSld">
      <pc:chgData name="Pierre Vernier" userId="c0724c4be7323c75" providerId="LiveId" clId="{8862D08D-582D-4043-9A06-CD9773D42C80}" dt="2023-10-16T06:06:28.450" v="5" actId="680"/>
      <pc:docMkLst>
        <pc:docMk/>
      </pc:docMkLst>
      <pc:sldChg chg="addSp delSp modSp new del mod modClrScheme chgLayout">
        <pc:chgData name="Pierre Vernier" userId="c0724c4be7323c75" providerId="LiveId" clId="{8862D08D-582D-4043-9A06-CD9773D42C80}" dt="2023-10-16T06:06:28.450" v="5" actId="680"/>
        <pc:sldMkLst>
          <pc:docMk/>
          <pc:sldMk cId="2255618939" sldId="261"/>
        </pc:sldMkLst>
        <pc:spChg chg="add del">
          <ac:chgData name="Pierre Vernier" userId="c0724c4be7323c75" providerId="LiveId" clId="{8862D08D-582D-4043-9A06-CD9773D42C80}" dt="2023-10-16T06:06:27.373" v="4" actId="700"/>
          <ac:spMkLst>
            <pc:docMk/>
            <pc:sldMk cId="2255618939" sldId="261"/>
            <ac:spMk id="2" creationId="{6EE3E594-5C1A-26C6-064A-23F51929847C}"/>
          </ac:spMkLst>
        </pc:spChg>
        <pc:spChg chg="add del">
          <ac:chgData name="Pierre Vernier" userId="c0724c4be7323c75" providerId="LiveId" clId="{8862D08D-582D-4043-9A06-CD9773D42C80}" dt="2023-10-16T06:06:27.373" v="4" actId="700"/>
          <ac:spMkLst>
            <pc:docMk/>
            <pc:sldMk cId="2255618939" sldId="261"/>
            <ac:spMk id="3" creationId="{42F184E9-E2A6-4C9E-5D2A-7904E0EA451D}"/>
          </ac:spMkLst>
        </pc:spChg>
        <pc:picChg chg="add del mod">
          <ac:chgData name="Pierre Vernier" userId="c0724c4be7323c75" providerId="LiveId" clId="{8862D08D-582D-4043-9A06-CD9773D42C80}" dt="2023-10-16T06:06:26.412" v="3"/>
          <ac:picMkLst>
            <pc:docMk/>
            <pc:sldMk cId="2255618939" sldId="261"/>
            <ac:picMk id="5" creationId="{2EF599A1-AF0A-514A-C7A1-87BBBC0B106C}"/>
          </ac:picMkLst>
        </pc:picChg>
      </pc:sldChg>
    </pc:docChg>
  </pc:docChgLst>
  <pc:docChgLst>
    <pc:chgData name="Pierre Vernier" userId="c0724c4be7323c75" providerId="LiveId" clId="{A09D9422-B915-4944-9C92-2310A34C47F8}"/>
    <pc:docChg chg="undo custSel addSld delSld modSld sldOrd modMainMaster">
      <pc:chgData name="Pierre Vernier" userId="c0724c4be7323c75" providerId="LiveId" clId="{A09D9422-B915-4944-9C92-2310A34C47F8}" dt="2023-10-19T06:45:27.259" v="1605" actId="478"/>
      <pc:docMkLst>
        <pc:docMk/>
      </pc:docMkLst>
      <pc:sldChg chg="addSp delSp modSp add mod">
        <pc:chgData name="Pierre Vernier" userId="c0724c4be7323c75" providerId="LiveId" clId="{A09D9422-B915-4944-9C92-2310A34C47F8}" dt="2023-10-19T06:45:27.259" v="1605" actId="478"/>
        <pc:sldMkLst>
          <pc:docMk/>
          <pc:sldMk cId="1782698189" sldId="256"/>
        </pc:sldMkLst>
        <pc:spChg chg="add del mod">
          <ac:chgData name="Pierre Vernier" userId="c0724c4be7323c75" providerId="LiveId" clId="{A09D9422-B915-4944-9C92-2310A34C47F8}" dt="2023-10-19T06:45:27.259" v="1605" actId="478"/>
          <ac:spMkLst>
            <pc:docMk/>
            <pc:sldMk cId="1782698189" sldId="256"/>
            <ac:spMk id="2" creationId="{E0948112-3C77-B1A9-B99F-66251094A137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197" creationId="{FEA71E9E-3084-9044-BC69-0933437BD6F5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198" creationId="{39E6FDF1-7CB6-48A3-9C77-A888B2633B2E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199" creationId="{95F0A797-C068-4999-B746-C14FA8F8EA40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0" creationId="{2EBBD9FA-3CA9-41AB-8384-DCA56366FC6D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1" creationId="{1384A8C3-E606-46F4-8E17-823AA81BAA45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2" creationId="{F4111883-3A0A-4457-894C-D243AC306FF6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3" creationId="{F3820985-D73A-4043-8BA1-F189613DC193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4" creationId="{10318AAB-D53B-4DBB-8033-94AD461BDDA2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5" creationId="{A189156B-ABA5-4CC7-AA9B-9A8AF0CB9F19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6" creationId="{D002DCB5-A720-469B-998D-C25C70745D98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7" creationId="{13C0CE4C-CD44-47A9-8833-ABC985ADD809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8" creationId="{292CACD8-2F53-450D-9030-CA46ACF7C4B4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20" creationId="{9027EB3B-F2F0-435A-A0B2-30BE04758B17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21" creationId="{29671A62-F55B-41B0-87FB-B06F34A908CC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22" creationId="{B6D3DF04-BD2D-108B-934A-DFDEFB3F88FD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25" creationId="{FE7057A9-8586-401A-89A4-AE90A735F07B}"/>
          </ac:spMkLst>
        </pc:spChg>
        <pc:cxnChg chg="mod">
          <ac:chgData name="Pierre Vernier" userId="c0724c4be7323c75" providerId="LiveId" clId="{A09D9422-B915-4944-9C92-2310A34C47F8}" dt="2023-10-17T20:02:02.454" v="147" actId="208"/>
          <ac:cxnSpMkLst>
            <pc:docMk/>
            <pc:sldMk cId="1782698189" sldId="256"/>
            <ac:cxnSpMk id="224" creationId="{898864B9-FED5-4350-6D87-0833ACE0EB5F}"/>
          </ac:cxnSpMkLst>
        </pc:cxnChg>
      </pc:sldChg>
      <pc:sldChg chg="add del">
        <pc:chgData name="Pierre Vernier" userId="c0724c4be7323c75" providerId="LiveId" clId="{A09D9422-B915-4944-9C92-2310A34C47F8}" dt="2023-10-18T03:51:10.959" v="178"/>
        <pc:sldMkLst>
          <pc:docMk/>
          <pc:sldMk cId="0" sldId="257"/>
        </pc:sldMkLst>
      </pc:sldChg>
      <pc:sldChg chg="modSp mod">
        <pc:chgData name="Pierre Vernier" userId="c0724c4be7323c75" providerId="LiveId" clId="{A09D9422-B915-4944-9C92-2310A34C47F8}" dt="2023-10-17T19:48:12.549" v="77" actId="207"/>
        <pc:sldMkLst>
          <pc:docMk/>
          <pc:sldMk cId="3244708433" sldId="260"/>
        </pc:sldMkLst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6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7" creationId="{00000000-0000-0000-0000-000000000000}"/>
          </ac:spMkLst>
        </pc:spChg>
        <pc:spChg chg="mod">
          <ac:chgData name="Pierre Vernier" userId="c0724c4be7323c75" providerId="LiveId" clId="{A09D9422-B915-4944-9C92-2310A34C47F8}" dt="2023-10-17T19:48:12.549" v="77" actId="207"/>
          <ac:spMkLst>
            <pc:docMk/>
            <pc:sldMk cId="3244708433" sldId="260"/>
            <ac:spMk id="10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11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19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21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8.417" v="5" actId="1076"/>
          <ac:spMkLst>
            <pc:docMk/>
            <pc:sldMk cId="3244708433" sldId="260"/>
            <ac:spMk id="44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111" creationId="{1C1F5136-7F24-714A-A566-07B8EC1BC1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112" creationId="{D465254B-1F42-D169-8E96-897D43AD9A6D}"/>
          </ac:spMkLst>
        </pc:sp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4" creationId="{2DA99C10-A326-399C-6AF2-7002D8007E95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9" creationId="{4841C21D-0FD1-4136-F847-379D7E34A630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13" creationId="{BE1C8FD1-97F9-BB0C-1530-F45E6796EC37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20" creationId="{6C1C6162-BECB-5DD4-32A7-7C71929F8EC2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23" creationId="{257E63CA-5C34-572C-A1CA-A006E95A9349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29" creationId="{8056E479-8CC6-D8EA-82E2-A85CD79639F0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31" creationId="{040F8696-C9B9-8DF0-FF32-9790C4DF2422}"/>
          </ac:picMkLst>
        </pc:pic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3" creationId="{9D1C9A54-94D9-42C0-CA51-C48F5B473A24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2" creationId="{B1E02EEF-B877-4E6C-FDBE-056C2B645B6B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5" creationId="{680EABF0-900C-A50C-258D-9390F51C4A34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6" creationId="{837DD926-9FC0-227C-99CB-792A3A833347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7" creationId="{3ABFC53E-0CD5-854B-D457-0C4174DBB39E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22" creationId="{5FE5D0F5-0BF2-2C97-7283-2DCA7170D34C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0" creationId="{1028783F-9F6C-C8E9-DA8E-C50E12B588C4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2" creationId="{BC6219CE-1CC5-96C1-460D-D5A3C249A7A8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4" creationId="{6FC76BD0-3866-1AE0-4C1C-708BE1206B91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6" creationId="{2F25FC93-3330-2472-DD2E-A45A7E40A2B9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8" creationId="{1D11265A-A86C-F1D8-DDF5-91771EB0368D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10" creationId="{BA1A7FAE-6A97-F1C7-DB50-5CCA8A970E5A}"/>
          </ac:cxnSpMkLst>
        </pc:cxnChg>
      </pc:sldChg>
      <pc:sldChg chg="add del">
        <pc:chgData name="Pierre Vernier" userId="c0724c4be7323c75" providerId="LiveId" clId="{A09D9422-B915-4944-9C92-2310A34C47F8}" dt="2023-10-17T19:17:48.566" v="7" actId="2696"/>
        <pc:sldMkLst>
          <pc:docMk/>
          <pc:sldMk cId="954129809" sldId="261"/>
        </pc:sldMkLst>
      </pc:sldChg>
      <pc:sldChg chg="addSp delSp modSp new mod">
        <pc:chgData name="Pierre Vernier" userId="c0724c4be7323c75" providerId="LiveId" clId="{A09D9422-B915-4944-9C92-2310A34C47F8}" dt="2023-10-17T20:05:12.106" v="174" actId="20577"/>
        <pc:sldMkLst>
          <pc:docMk/>
          <pc:sldMk cId="2338624702" sldId="261"/>
        </pc:sldMkLst>
        <pc:spChg chg="mod">
          <ac:chgData name="Pierre Vernier" userId="c0724c4be7323c75" providerId="LiveId" clId="{A09D9422-B915-4944-9C92-2310A34C47F8}" dt="2023-10-17T19:56:49.776" v="139" actId="14100"/>
          <ac:spMkLst>
            <pc:docMk/>
            <pc:sldMk cId="2338624702" sldId="261"/>
            <ac:spMk id="2" creationId="{67F84F60-BE6D-BCC2-6E5E-CAB5DF2455AC}"/>
          </ac:spMkLst>
        </pc:spChg>
        <pc:spChg chg="mod">
          <ac:chgData name="Pierre Vernier" userId="c0724c4be7323c75" providerId="LiveId" clId="{A09D9422-B915-4944-9C92-2310A34C47F8}" dt="2023-10-17T20:05:12.106" v="174" actId="20577"/>
          <ac:spMkLst>
            <pc:docMk/>
            <pc:sldMk cId="2338624702" sldId="261"/>
            <ac:spMk id="3" creationId="{0EA4BB3A-5A02-966F-73A1-90718720A46E}"/>
          </ac:spMkLst>
        </pc:spChg>
        <pc:spChg chg="add del mod">
          <ac:chgData name="Pierre Vernier" userId="c0724c4be7323c75" providerId="LiveId" clId="{A09D9422-B915-4944-9C92-2310A34C47F8}" dt="2023-10-17T19:48:57.922" v="78" actId="478"/>
          <ac:spMkLst>
            <pc:docMk/>
            <pc:sldMk cId="2338624702" sldId="261"/>
            <ac:spMk id="5" creationId="{85E23A7C-287A-B7A6-7803-CD6468EF2E51}"/>
          </ac:spMkLst>
        </pc:spChg>
        <pc:picChg chg="add del mod">
          <ac:chgData name="Pierre Vernier" userId="c0724c4be7323c75" providerId="LiveId" clId="{A09D9422-B915-4944-9C92-2310A34C47F8}" dt="2023-10-17T19:47:25.437" v="74" actId="478"/>
          <ac:picMkLst>
            <pc:docMk/>
            <pc:sldMk cId="2338624702" sldId="261"/>
            <ac:picMk id="4" creationId="{1F4DD880-504B-39BF-A8C9-6DBD27B05E44}"/>
          </ac:picMkLst>
        </pc:picChg>
        <pc:picChg chg="add mod">
          <ac:chgData name="Pierre Vernier" userId="c0724c4be7323c75" providerId="LiveId" clId="{A09D9422-B915-4944-9C92-2310A34C47F8}" dt="2023-10-17T19:54:57.475" v="134" actId="1036"/>
          <ac:picMkLst>
            <pc:docMk/>
            <pc:sldMk cId="2338624702" sldId="261"/>
            <ac:picMk id="6" creationId="{DC11D96B-5D7A-3892-BD41-128C27293592}"/>
          </ac:picMkLst>
        </pc:picChg>
      </pc:sldChg>
      <pc:sldChg chg="addSp delSp modSp new del mod">
        <pc:chgData name="Pierre Vernier" userId="c0724c4be7323c75" providerId="LiveId" clId="{A09D9422-B915-4944-9C92-2310A34C47F8}" dt="2023-10-18T05:05:46.893" v="1585" actId="2696"/>
        <pc:sldMkLst>
          <pc:docMk/>
          <pc:sldMk cId="3797695491" sldId="262"/>
        </pc:sldMkLst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4" creationId="{39A4C1F2-0252-ECF5-BD06-000A7D96B2BC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5" creationId="{98FF3047-AEE9-7145-C9A4-B7480035B1E2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6" creationId="{2B2CC38E-D5E7-8D80-2AE7-3D44BA6F15C8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7" creationId="{44DD73BB-81A6-A671-1FCC-8F533A0B4CCC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8" creationId="{41F56039-B165-7C41-DDFA-A7675319BDD3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9" creationId="{2FB94B22-9944-E2AF-985B-ED49969CACC1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10" creationId="{E5000437-8CA0-FC7C-8E96-803D11825B93}"/>
          </ac:spMkLst>
        </pc:sp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1" creationId="{B25E0D95-20E5-68E3-EE63-82643CBF19B4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2" creationId="{790C93F8-7791-09B3-F266-B6F0D1F07DB5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3" creationId="{6890BC67-22E2-62DC-47DE-39992BB8FAA6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4" creationId="{7FB7504A-96DC-C719-9802-BB8B178D338A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5" creationId="{F33AAB66-AC89-4858-E853-66E2BC96082E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6" creationId="{0989F94E-A8E5-0B8F-8B87-3B98F142E19F}"/>
          </ac:cxnSpMkLst>
        </pc:cxnChg>
      </pc:sldChg>
      <pc:sldChg chg="addSp delSp modSp mod ord">
        <pc:chgData name="Pierre Vernier" userId="c0724c4be7323c75" providerId="LiveId" clId="{A09D9422-B915-4944-9C92-2310A34C47F8}" dt="2023-10-18T05:09:13.549" v="1603" actId="11529"/>
        <pc:sldMkLst>
          <pc:docMk/>
          <pc:sldMk cId="3958138750" sldId="263"/>
        </pc:sldMkLst>
        <pc:spChg chg="del">
          <ac:chgData name="Pierre Vernier" userId="c0724c4be7323c75" providerId="LiveId" clId="{A09D9422-B915-4944-9C92-2310A34C47F8}" dt="2023-10-18T05:08:16.975" v="1589" actId="478"/>
          <ac:spMkLst>
            <pc:docMk/>
            <pc:sldMk cId="3958138750" sldId="263"/>
            <ac:spMk id="11" creationId="{00000000-0000-0000-0000-000000000000}"/>
          </ac:spMkLst>
        </pc:spChg>
        <pc:spChg chg="del">
          <ac:chgData name="Pierre Vernier" userId="c0724c4be7323c75" providerId="LiveId" clId="{A09D9422-B915-4944-9C92-2310A34C47F8}" dt="2023-10-18T05:08:34.919" v="1592" actId="478"/>
          <ac:spMkLst>
            <pc:docMk/>
            <pc:sldMk cId="3958138750" sldId="263"/>
            <ac:spMk id="112" creationId="{D465254B-1F42-D169-8E96-897D43AD9A6D}"/>
          </ac:spMkLst>
        </pc:spChg>
        <pc:picChg chg="del">
          <ac:chgData name="Pierre Vernier" userId="c0724c4be7323c75" providerId="LiveId" clId="{A09D9422-B915-4944-9C92-2310A34C47F8}" dt="2023-10-18T05:08:16.975" v="1589" actId="478"/>
          <ac:picMkLst>
            <pc:docMk/>
            <pc:sldMk cId="3958138750" sldId="263"/>
            <ac:picMk id="31" creationId="{040F8696-C9B9-8DF0-FF32-9790C4DF2422}"/>
          </ac:picMkLst>
        </pc:picChg>
        <pc:cxnChg chg="del mod">
          <ac:chgData name="Pierre Vernier" userId="c0724c4be7323c75" providerId="LiveId" clId="{A09D9422-B915-4944-9C92-2310A34C47F8}" dt="2023-10-18T05:08:42.515" v="1596" actId="478"/>
          <ac:cxnSpMkLst>
            <pc:docMk/>
            <pc:sldMk cId="3958138750" sldId="263"/>
            <ac:cxnSpMk id="3" creationId="{9D1C9A54-94D9-42C0-CA51-C48F5B473A24}"/>
          </ac:cxnSpMkLst>
        </pc:cxnChg>
        <pc:cxnChg chg="add">
          <ac:chgData name="Pierre Vernier" userId="c0724c4be7323c75" providerId="LiveId" clId="{A09D9422-B915-4944-9C92-2310A34C47F8}" dt="2023-10-18T05:08:48.921" v="1598" actId="11529"/>
          <ac:cxnSpMkLst>
            <pc:docMk/>
            <pc:sldMk cId="3958138750" sldId="263"/>
            <ac:cxnSpMk id="8" creationId="{AD8BAD71-C038-8677-DB8E-003685352089}"/>
          </ac:cxnSpMkLst>
        </pc:cxnChg>
        <pc:cxnChg chg="del mod">
          <ac:chgData name="Pierre Vernier" userId="c0724c4be7323c75" providerId="LiveId" clId="{A09D9422-B915-4944-9C92-2310A34C47F8}" dt="2023-10-18T05:08:41.399" v="1595" actId="478"/>
          <ac:cxnSpMkLst>
            <pc:docMk/>
            <pc:sldMk cId="3958138750" sldId="263"/>
            <ac:cxnSpMk id="12" creationId="{B1E02EEF-B877-4E6C-FDBE-056C2B645B6B}"/>
          </ac:cxnSpMkLst>
        </pc:cxnChg>
        <pc:cxnChg chg="del mod">
          <ac:chgData name="Pierre Vernier" userId="c0724c4be7323c75" providerId="LiveId" clId="{A09D9422-B915-4944-9C92-2310A34C47F8}" dt="2023-10-18T05:08:38.822" v="1593" actId="478"/>
          <ac:cxnSpMkLst>
            <pc:docMk/>
            <pc:sldMk cId="3958138750" sldId="263"/>
            <ac:cxnSpMk id="15" creationId="{680EABF0-900C-A50C-258D-9390F51C4A34}"/>
          </ac:cxnSpMkLst>
        </pc:cxnChg>
        <pc:cxnChg chg="del mod">
          <ac:chgData name="Pierre Vernier" userId="c0724c4be7323c75" providerId="LiveId" clId="{A09D9422-B915-4944-9C92-2310A34C47F8}" dt="2023-10-18T05:08:43.796" v="1597" actId="478"/>
          <ac:cxnSpMkLst>
            <pc:docMk/>
            <pc:sldMk cId="3958138750" sldId="263"/>
            <ac:cxnSpMk id="16" creationId="{837DD926-9FC0-227C-99CB-792A3A833347}"/>
          </ac:cxnSpMkLst>
        </pc:cxnChg>
        <pc:cxnChg chg="del mod">
          <ac:chgData name="Pierre Vernier" userId="c0724c4be7323c75" providerId="LiveId" clId="{A09D9422-B915-4944-9C92-2310A34C47F8}" dt="2023-10-18T05:08:39.728" v="1594" actId="478"/>
          <ac:cxnSpMkLst>
            <pc:docMk/>
            <pc:sldMk cId="3958138750" sldId="263"/>
            <ac:cxnSpMk id="17" creationId="{3ABFC53E-0CD5-854B-D457-0C4174DBB39E}"/>
          </ac:cxnSpMkLst>
        </pc:cxnChg>
        <pc:cxnChg chg="add">
          <ac:chgData name="Pierre Vernier" userId="c0724c4be7323c75" providerId="LiveId" clId="{A09D9422-B915-4944-9C92-2310A34C47F8}" dt="2023-10-18T05:08:54.842" v="1599" actId="11529"/>
          <ac:cxnSpMkLst>
            <pc:docMk/>
            <pc:sldMk cId="3958138750" sldId="263"/>
            <ac:cxnSpMk id="18" creationId="{D906C497-C2B4-F219-ADFF-2CE4F50320E0}"/>
          </ac:cxnSpMkLst>
        </pc:cxnChg>
        <pc:cxnChg chg="del mod">
          <ac:chgData name="Pierre Vernier" userId="c0724c4be7323c75" providerId="LiveId" clId="{A09D9422-B915-4944-9C92-2310A34C47F8}" dt="2023-10-18T05:08:23.278" v="1591" actId="478"/>
          <ac:cxnSpMkLst>
            <pc:docMk/>
            <pc:sldMk cId="3958138750" sldId="263"/>
            <ac:cxnSpMk id="22" creationId="{5FE5D0F5-0BF2-2C97-7283-2DCA7170D34C}"/>
          </ac:cxnSpMkLst>
        </pc:cxnChg>
        <pc:cxnChg chg="add">
          <ac:chgData name="Pierre Vernier" userId="c0724c4be7323c75" providerId="LiveId" clId="{A09D9422-B915-4944-9C92-2310A34C47F8}" dt="2023-10-18T05:08:58.595" v="1600" actId="11529"/>
          <ac:cxnSpMkLst>
            <pc:docMk/>
            <pc:sldMk cId="3958138750" sldId="263"/>
            <ac:cxnSpMk id="25" creationId="{F30E86AF-A2AE-E4E8-26F6-B281B0D73A74}"/>
          </ac:cxnSpMkLst>
        </pc:cxnChg>
        <pc:cxnChg chg="add">
          <ac:chgData name="Pierre Vernier" userId="c0724c4be7323c75" providerId="LiveId" clId="{A09D9422-B915-4944-9C92-2310A34C47F8}" dt="2023-10-18T05:09:04.332" v="1601" actId="11529"/>
          <ac:cxnSpMkLst>
            <pc:docMk/>
            <pc:sldMk cId="3958138750" sldId="263"/>
            <ac:cxnSpMk id="27" creationId="{EC2A81DE-250D-B31F-7ED7-0AC4654E2FDE}"/>
          </ac:cxnSpMkLst>
        </pc:cxnChg>
        <pc:cxnChg chg="add">
          <ac:chgData name="Pierre Vernier" userId="c0724c4be7323c75" providerId="LiveId" clId="{A09D9422-B915-4944-9C92-2310A34C47F8}" dt="2023-10-18T05:09:09.180" v="1602" actId="11529"/>
          <ac:cxnSpMkLst>
            <pc:docMk/>
            <pc:sldMk cId="3958138750" sldId="263"/>
            <ac:cxnSpMk id="30" creationId="{DEAA988C-EE78-F938-8994-078EFF555C70}"/>
          </ac:cxnSpMkLst>
        </pc:cxnChg>
        <pc:cxnChg chg="add">
          <ac:chgData name="Pierre Vernier" userId="c0724c4be7323c75" providerId="LiveId" clId="{A09D9422-B915-4944-9C92-2310A34C47F8}" dt="2023-10-18T05:09:13.549" v="1603" actId="11529"/>
          <ac:cxnSpMkLst>
            <pc:docMk/>
            <pc:sldMk cId="3958138750" sldId="263"/>
            <ac:cxnSpMk id="33" creationId="{0F2EB9DB-7647-2669-81E0-3E7DE05FC5AA}"/>
          </ac:cxnSpMkLst>
        </pc:cxnChg>
        <pc:cxnChg chg="del mod">
          <ac:chgData name="Pierre Vernier" userId="c0724c4be7323c75" providerId="LiveId" clId="{A09D9422-B915-4944-9C92-2310A34C47F8}" dt="2023-10-18T05:08:21.443" v="1590" actId="478"/>
          <ac:cxnSpMkLst>
            <pc:docMk/>
            <pc:sldMk cId="3958138750" sldId="263"/>
            <ac:cxnSpMk id="110" creationId="{BA1A7FAE-6A97-F1C7-DB50-5CCA8A970E5A}"/>
          </ac:cxnSpMkLst>
        </pc:cxnChg>
      </pc:sldChg>
      <pc:sldChg chg="addSp delSp modSp add del mod">
        <pc:chgData name="Pierre Vernier" userId="c0724c4be7323c75" providerId="LiveId" clId="{A09D9422-B915-4944-9C92-2310A34C47F8}" dt="2023-10-18T05:05:32.037" v="1584" actId="2696"/>
        <pc:sldMkLst>
          <pc:docMk/>
          <pc:sldMk cId="3916106263" sldId="264"/>
        </pc:sldMkLst>
        <pc:spChg chg="mod">
          <ac:chgData name="Pierre Vernier" userId="c0724c4be7323c75" providerId="LiveId" clId="{A09D9422-B915-4944-9C92-2310A34C47F8}" dt="2023-10-18T04:23:11.516" v="981" actId="20577"/>
          <ac:spMkLst>
            <pc:docMk/>
            <pc:sldMk cId="3916106263" sldId="264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6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7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4:45.254" v="845" actId="1036"/>
          <ac:spMkLst>
            <pc:docMk/>
            <pc:sldMk cId="3916106263" sldId="264"/>
            <ac:spMk id="10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11" creationId="{00000000-0000-0000-0000-000000000000}"/>
          </ac:spMkLst>
        </pc:spChg>
        <pc:spChg chg="add del mod">
          <ac:chgData name="Pierre Vernier" userId="c0724c4be7323c75" providerId="LiveId" clId="{A09D9422-B915-4944-9C92-2310A34C47F8}" dt="2023-10-18T04:20:52.068" v="897" actId="478"/>
          <ac:spMkLst>
            <pc:docMk/>
            <pc:sldMk cId="3916106263" sldId="264"/>
            <ac:spMk id="14" creationId="{E8F2A25F-464C-F19C-278D-F9811559939F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19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21" creationId="{00000000-0000-0000-0000-000000000000}"/>
          </ac:spMkLst>
        </pc:spChg>
        <pc:spChg chg="del">
          <ac:chgData name="Pierre Vernier" userId="c0724c4be7323c75" providerId="LiveId" clId="{A09D9422-B915-4944-9C92-2310A34C47F8}" dt="2023-10-18T03:29:41.295" v="177" actId="478"/>
          <ac:spMkLst>
            <pc:docMk/>
            <pc:sldMk cId="3916106263" sldId="264"/>
            <ac:spMk id="44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25:18.720" v="1098" actId="20577"/>
          <ac:spMkLst>
            <pc:docMk/>
            <pc:sldMk cId="3916106263" sldId="264"/>
            <ac:spMk id="111" creationId="{1C1F5136-7F24-714A-A566-07B8EC1BC100}"/>
          </ac:spMkLst>
        </pc:spChg>
        <pc:spChg chg="del">
          <ac:chgData name="Pierre Vernier" userId="c0724c4be7323c75" providerId="LiveId" clId="{A09D9422-B915-4944-9C92-2310A34C47F8}" dt="2023-10-18T04:04:02.377" v="414" actId="478"/>
          <ac:spMkLst>
            <pc:docMk/>
            <pc:sldMk cId="3916106263" sldId="264"/>
            <ac:spMk id="112" creationId="{D465254B-1F42-D169-8E96-897D43AD9A6D}"/>
          </ac:spMkLst>
        </pc:sp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4" creationId="{2DA99C10-A326-399C-6AF2-7002D8007E95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9" creationId="{4841C21D-0FD1-4136-F847-379D7E34A630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13" creationId="{BE1C8FD1-97F9-BB0C-1530-F45E6796EC37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20" creationId="{6C1C6162-BECB-5DD4-32A7-7C71929F8EC2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23" creationId="{257E63CA-5C34-572C-A1CA-A006E95A9349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29" creationId="{8056E479-8CC6-D8EA-82E2-A85CD79639F0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31" creationId="{040F8696-C9B9-8DF0-FF32-9790C4DF2422}"/>
          </ac:picMkLst>
        </pc:pic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3" creationId="{9D1C9A54-94D9-42C0-CA51-C48F5B473A24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12" creationId="{B1E02EEF-B877-4E6C-FDBE-056C2B645B6B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15" creationId="{680EABF0-900C-A50C-258D-9390F51C4A34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16" creationId="{837DD926-9FC0-227C-99CB-792A3A833347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17" creationId="{3ABFC53E-0CD5-854B-D457-0C4174DBB39E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22" creationId="{5FE5D0F5-0BF2-2C97-7283-2DCA7170D34C}"/>
          </ac:cxnSpMkLst>
        </pc:cxnChg>
        <pc:cxnChg chg="mod">
          <ac:chgData name="Pierre Vernier" userId="c0724c4be7323c75" providerId="LiveId" clId="{A09D9422-B915-4944-9C92-2310A34C47F8}" dt="2023-10-18T04:14:45.254" v="845" actId="1036"/>
          <ac:cxnSpMkLst>
            <pc:docMk/>
            <pc:sldMk cId="3916106263" sldId="264"/>
            <ac:cxnSpMk id="100" creationId="{1028783F-9F6C-C8E9-DA8E-C50E12B588C4}"/>
          </ac:cxnSpMkLst>
        </pc:cxnChg>
        <pc:cxnChg chg="del mod">
          <ac:chgData name="Pierre Vernier" userId="c0724c4be7323c75" providerId="LiveId" clId="{A09D9422-B915-4944-9C92-2310A34C47F8}" dt="2023-10-18T04:12:51.103" v="734" actId="478"/>
          <ac:cxnSpMkLst>
            <pc:docMk/>
            <pc:sldMk cId="3916106263" sldId="264"/>
            <ac:cxnSpMk id="102" creationId="{BC6219CE-1CC5-96C1-460D-D5A3C249A7A8}"/>
          </ac:cxnSpMkLst>
        </pc:cxnChg>
        <pc:cxnChg chg="del mod">
          <ac:chgData name="Pierre Vernier" userId="c0724c4be7323c75" providerId="LiveId" clId="{A09D9422-B915-4944-9C92-2310A34C47F8}" dt="2023-10-18T04:12:55.483" v="735" actId="478"/>
          <ac:cxnSpMkLst>
            <pc:docMk/>
            <pc:sldMk cId="3916106263" sldId="264"/>
            <ac:cxnSpMk id="104" creationId="{6FC76BD0-3866-1AE0-4C1C-708BE1206B91}"/>
          </ac:cxnSpMkLst>
        </pc:cxnChg>
        <pc:cxnChg chg="del mod">
          <ac:chgData name="Pierre Vernier" userId="c0724c4be7323c75" providerId="LiveId" clId="{A09D9422-B915-4944-9C92-2310A34C47F8}" dt="2023-10-18T04:11:10.080" v="730" actId="478"/>
          <ac:cxnSpMkLst>
            <pc:docMk/>
            <pc:sldMk cId="3916106263" sldId="264"/>
            <ac:cxnSpMk id="106" creationId="{2F25FC93-3330-2472-DD2E-A45A7E40A2B9}"/>
          </ac:cxnSpMkLst>
        </pc:cxnChg>
        <pc:cxnChg chg="del mod">
          <ac:chgData name="Pierre Vernier" userId="c0724c4be7323c75" providerId="LiveId" clId="{A09D9422-B915-4944-9C92-2310A34C47F8}" dt="2023-10-18T04:11:09.302" v="729" actId="478"/>
          <ac:cxnSpMkLst>
            <pc:docMk/>
            <pc:sldMk cId="3916106263" sldId="264"/>
            <ac:cxnSpMk id="108" creationId="{1D11265A-A86C-F1D8-DDF5-91771EB0368D}"/>
          </ac:cxnSpMkLst>
        </pc:cxnChg>
        <pc:cxnChg chg="del mod">
          <ac:chgData name="Pierre Vernier" userId="c0724c4be7323c75" providerId="LiveId" clId="{A09D9422-B915-4944-9C92-2310A34C47F8}" dt="2023-10-18T04:11:06.452" v="728" actId="478"/>
          <ac:cxnSpMkLst>
            <pc:docMk/>
            <pc:sldMk cId="3916106263" sldId="264"/>
            <ac:cxnSpMk id="110" creationId="{BA1A7FAE-6A97-F1C7-DB50-5CCA8A970E5A}"/>
          </ac:cxnSpMkLst>
        </pc:cxnChg>
      </pc:sldChg>
      <pc:sldChg chg="modSp add del mod">
        <pc:chgData name="Pierre Vernier" userId="c0724c4be7323c75" providerId="LiveId" clId="{A09D9422-B915-4944-9C92-2310A34C47F8}" dt="2023-10-18T05:06:47.542" v="1588" actId="2696"/>
        <pc:sldMkLst>
          <pc:docMk/>
          <pc:sldMk cId="2295756396" sldId="265"/>
        </pc:sldMkLst>
        <pc:spChg chg="mod">
          <ac:chgData name="Pierre Vernier" userId="c0724c4be7323c75" providerId="LiveId" clId="{A09D9422-B915-4944-9C92-2310A34C47F8}" dt="2023-10-18T03:57:36.853" v="366" actId="20577"/>
          <ac:spMkLst>
            <pc:docMk/>
            <pc:sldMk cId="2295756396" sldId="265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3:59:09.472" v="376" actId="20577"/>
          <ac:spMkLst>
            <pc:docMk/>
            <pc:sldMk cId="2295756396" sldId="265"/>
            <ac:spMk id="10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3:56:32.657" v="320" actId="20577"/>
          <ac:spMkLst>
            <pc:docMk/>
            <pc:sldMk cId="2295756396" sldId="265"/>
            <ac:spMk id="15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3:56:09.360" v="308" actId="313"/>
          <ac:spMkLst>
            <pc:docMk/>
            <pc:sldMk cId="2295756396" sldId="265"/>
            <ac:spMk id="16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3:54:47.901" v="251" actId="1076"/>
          <ac:spMkLst>
            <pc:docMk/>
            <pc:sldMk cId="2295756396" sldId="265"/>
            <ac:spMk id="44" creationId="{00000000-0000-0000-0000-000000000000}"/>
          </ac:spMkLst>
        </pc:spChg>
      </pc:sldChg>
      <pc:sldChg chg="addSp delSp modSp add mod">
        <pc:chgData name="Pierre Vernier" userId="c0724c4be7323c75" providerId="LiveId" clId="{A09D9422-B915-4944-9C92-2310A34C47F8}" dt="2023-10-18T15:41:19.935" v="1604" actId="1076"/>
        <pc:sldMkLst>
          <pc:docMk/>
          <pc:sldMk cId="91908252" sldId="266"/>
        </pc:sldMkLst>
        <pc:spChg chg="add del mod">
          <ac:chgData name="Pierre Vernier" userId="c0724c4be7323c75" providerId="LiveId" clId="{A09D9422-B915-4944-9C92-2310A34C47F8}" dt="2023-10-18T04:36:15.113" v="1328" actId="478"/>
          <ac:spMkLst>
            <pc:docMk/>
            <pc:sldMk cId="91908252" sldId="266"/>
            <ac:spMk id="2" creationId="{5A21C97C-AAD7-F477-8AD1-2A9F96A5484F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6" creationId="{00000000-0000-0000-0000-000000000000}"/>
          </ac:spMkLst>
        </pc:spChg>
        <pc:spChg chg="add del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7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10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11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19" creationId="{00000000-0000-0000-0000-000000000000}"/>
          </ac:spMkLst>
        </pc:spChg>
        <pc:spChg chg="add del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21" creationId="{00000000-0000-0000-0000-000000000000}"/>
          </ac:spMkLst>
        </pc:spChg>
        <pc:spChg chg="add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26" creationId="{B3D06E08-FA36-C955-C1FD-FFCE9F054765}"/>
          </ac:spMkLst>
        </pc:spChg>
        <pc:spChg chg="add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30" creationId="{72708665-086F-34C2-8998-817A6970525E}"/>
          </ac:spMkLst>
        </pc:spChg>
        <pc:spChg chg="add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31" creationId="{522D0BD8-E955-A2E9-6B77-074FEA85B31D}"/>
          </ac:spMkLst>
        </pc:spChg>
        <pc:spChg chg="mod">
          <ac:chgData name="Pierre Vernier" userId="c0724c4be7323c75" providerId="LiveId" clId="{A09D9422-B915-4944-9C92-2310A34C47F8}" dt="2023-10-18T05:03:36.238" v="1574" actId="403"/>
          <ac:spMkLst>
            <pc:docMk/>
            <pc:sldMk cId="91908252" sldId="266"/>
            <ac:spMk id="111" creationId="{1C1F5136-7F24-714A-A566-07B8EC1BC100}"/>
          </ac:spMkLst>
        </pc:spChg>
        <pc:cxnChg chg="add del mod">
          <ac:chgData name="Pierre Vernier" userId="c0724c4be7323c75" providerId="LiveId" clId="{A09D9422-B915-4944-9C92-2310A34C47F8}" dt="2023-10-18T04:49:08.849" v="1526" actId="478"/>
          <ac:cxnSpMkLst>
            <pc:docMk/>
            <pc:sldMk cId="91908252" sldId="266"/>
            <ac:cxnSpMk id="9" creationId="{D8A246DC-2B74-DCFA-ADD0-8AC4D43D3ED2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13" creationId="{B383D73E-87BB-B6E4-10B7-C393B1003A96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15" creationId="{A38C11B0-B6E5-2391-37A7-232D22E89B53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17" creationId="{22F960C7-9018-D1D7-1BD2-7E4D0CA17FA1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20" creationId="{8E9349D3-BB43-A67F-FE0B-2D76F02FDB9F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23" creationId="{3765A633-A4B3-8342-4F15-A9EC8FE7B240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25" creationId="{86E604ED-825B-6310-5DEA-242CC172EC1B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28" creationId="{4AE0D219-C342-AE46-5952-84DBB5408A7A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33" creationId="{43CE8D42-1C03-4448-7DFD-CF86140CC10E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35" creationId="{FCBD437B-64D6-954F-CAF8-41477AB5A143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39" creationId="{0CF2904B-DAFE-5B73-17C6-4581A4A65392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41" creationId="{67829F62-A44E-8BD9-2632-CF7E6C5F015D}"/>
          </ac:cxnSpMkLst>
        </pc:cxnChg>
        <pc:cxnChg chg="del mod">
          <ac:chgData name="Pierre Vernier" userId="c0724c4be7323c75" providerId="LiveId" clId="{A09D9422-B915-4944-9C92-2310A34C47F8}" dt="2023-10-18T04:40:12.157" v="1352" actId="478"/>
          <ac:cxnSpMkLst>
            <pc:docMk/>
            <pc:sldMk cId="91908252" sldId="266"/>
            <ac:cxnSpMk id="100" creationId="{1028783F-9F6C-C8E9-DA8E-C50E12B588C4}"/>
          </ac:cxnSpMkLst>
        </pc:cxnChg>
      </pc:sldChg>
      <pc:sldChg chg="modSp add mod">
        <pc:chgData name="Pierre Vernier" userId="c0724c4be7323c75" providerId="LiveId" clId="{A09D9422-B915-4944-9C92-2310A34C47F8}" dt="2023-10-18T05:04:28.879" v="1583" actId="20577"/>
        <pc:sldMkLst>
          <pc:docMk/>
          <pc:sldMk cId="3120899887" sldId="267"/>
        </pc:sldMkLst>
        <pc:spChg chg="mod">
          <ac:chgData name="Pierre Vernier" userId="c0724c4be7323c75" providerId="LiveId" clId="{A09D9422-B915-4944-9C92-2310A34C47F8}" dt="2023-10-18T05:04:28.879" v="1583" actId="20577"/>
          <ac:spMkLst>
            <pc:docMk/>
            <pc:sldMk cId="3120899887" sldId="267"/>
            <ac:spMk id="31" creationId="{522D0BD8-E955-A2E9-6B77-074FEA85B31D}"/>
          </ac:spMkLst>
        </pc:spChg>
        <pc:spChg chg="mod">
          <ac:chgData name="Pierre Vernier" userId="c0724c4be7323c75" providerId="LiveId" clId="{A09D9422-B915-4944-9C92-2310A34C47F8}" dt="2023-10-18T05:02:26.502" v="1571" actId="207"/>
          <ac:spMkLst>
            <pc:docMk/>
            <pc:sldMk cId="3120899887" sldId="267"/>
            <ac:spMk id="111" creationId="{1C1F5136-7F24-714A-A566-07B8EC1BC100}"/>
          </ac:spMkLst>
        </pc:spChg>
      </pc:sldChg>
      <pc:sldMasterChg chg="modSp modSldLayout">
        <pc:chgData name="Pierre Vernier" userId="c0724c4be7323c75" providerId="LiveId" clId="{A09D9422-B915-4944-9C92-2310A34C47F8}" dt="2023-10-16T06:24:06.789" v="1"/>
        <pc:sldMasterMkLst>
          <pc:docMk/>
          <pc:sldMasterMk cId="4155584047" sldId="2147483660"/>
        </pc:sldMasterMkLst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2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3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4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6" creationId="{00000000-0000-0000-0000-000000000000}"/>
          </ac:spMkLst>
        </pc:sp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1243024672" sldId="2147483661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243024672" sldId="2147483661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243024672" sldId="2147483661"/>
              <ac:spMk id="3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3819961321" sldId="2147483663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3819961321" sldId="2147483663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3819961321" sldId="2147483663"/>
              <ac:spMk id="3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3028260092" sldId="2147483664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3028260092" sldId="2147483664"/>
              <ac:spMk id="3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3028260092" sldId="2147483664"/>
              <ac:spMk id="4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2016501094" sldId="2147483665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3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4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5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6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2030877955" sldId="2147483668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30877955" sldId="2147483668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30877955" sldId="2147483668"/>
              <ac:spMk id="3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30877955" sldId="2147483668"/>
              <ac:spMk id="4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1784719612" sldId="2147483669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784719612" sldId="2147483669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784719612" sldId="2147483669"/>
              <ac:spMk id="3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784719612" sldId="2147483669"/>
              <ac:spMk id="4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830150179" sldId="2147483671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830150179" sldId="2147483671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830150179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Pierre Vernier" userId="c0724c4be7323c75" providerId="LiveId" clId="{FF140F59-24EF-47C5-8329-B899C4B28D06}"/>
    <pc:docChg chg="custSel addSld delSld modSld">
      <pc:chgData name="Pierre Vernier" userId="c0724c4be7323c75" providerId="LiveId" clId="{FF140F59-24EF-47C5-8329-B899C4B28D06}" dt="2023-10-16T05:53:16.677" v="128"/>
      <pc:docMkLst>
        <pc:docMk/>
      </pc:docMkLst>
      <pc:sldChg chg="del">
        <pc:chgData name="Pierre Vernier" userId="c0724c4be7323c75" providerId="LiveId" clId="{FF140F59-24EF-47C5-8329-B899C4B28D06}" dt="2023-09-04T09:22:47.432" v="0" actId="47"/>
        <pc:sldMkLst>
          <pc:docMk/>
          <pc:sldMk cId="3703662875" sldId="256"/>
        </pc:sldMkLst>
      </pc:sldChg>
      <pc:sldChg chg="add">
        <pc:chgData name="Pierre Vernier" userId="c0724c4be7323c75" providerId="LiveId" clId="{FF140F59-24EF-47C5-8329-B899C4B28D06}" dt="2023-10-16T05:53:16.677" v="128"/>
        <pc:sldMkLst>
          <pc:docMk/>
          <pc:sldMk cId="0" sldId="257"/>
        </pc:sldMkLst>
      </pc:sldChg>
      <pc:sldChg chg="del">
        <pc:chgData name="Pierre Vernier" userId="c0724c4be7323c75" providerId="LiveId" clId="{FF140F59-24EF-47C5-8329-B899C4B28D06}" dt="2023-09-04T09:22:47.432" v="0" actId="47"/>
        <pc:sldMkLst>
          <pc:docMk/>
          <pc:sldMk cId="3562484713" sldId="257"/>
        </pc:sldMkLst>
      </pc:sldChg>
      <pc:sldChg chg="del">
        <pc:chgData name="Pierre Vernier" userId="c0724c4be7323c75" providerId="LiveId" clId="{FF140F59-24EF-47C5-8329-B899C4B28D06}" dt="2023-09-04T09:22:47.432" v="0" actId="47"/>
        <pc:sldMkLst>
          <pc:docMk/>
          <pc:sldMk cId="2879998706" sldId="258"/>
        </pc:sldMkLst>
      </pc:sldChg>
      <pc:sldChg chg="del">
        <pc:chgData name="Pierre Vernier" userId="c0724c4be7323c75" providerId="LiveId" clId="{FF140F59-24EF-47C5-8329-B899C4B28D06}" dt="2023-09-04T09:22:47.432" v="0" actId="47"/>
        <pc:sldMkLst>
          <pc:docMk/>
          <pc:sldMk cId="636350481" sldId="259"/>
        </pc:sldMkLst>
      </pc:sldChg>
      <pc:sldChg chg="addSp delSp modSp mod">
        <pc:chgData name="Pierre Vernier" userId="c0724c4be7323c75" providerId="LiveId" clId="{FF140F59-24EF-47C5-8329-B899C4B28D06}" dt="2023-09-04T16:23:14.842" v="126" actId="13822"/>
        <pc:sldMkLst>
          <pc:docMk/>
          <pc:sldMk cId="3244708433" sldId="260"/>
        </pc:sldMkLst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5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6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7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10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16:18:09.053" v="112" actId="207"/>
          <ac:spMkLst>
            <pc:docMk/>
            <pc:sldMk cId="3244708433" sldId="260"/>
            <ac:spMk id="11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19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21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11:54:56.327" v="90" actId="14100"/>
          <ac:spMkLst>
            <pc:docMk/>
            <pc:sldMk cId="3244708433" sldId="260"/>
            <ac:spMk id="44" creationId="{00000000-0000-0000-0000-000000000000}"/>
          </ac:spMkLst>
        </pc:spChg>
        <pc:spChg chg="del mod">
          <ac:chgData name="Pierre Vernier" userId="c0724c4be7323c75" providerId="LiveId" clId="{FF140F59-24EF-47C5-8329-B899C4B28D06}" dt="2023-09-04T09:25:43.848" v="50" actId="478"/>
          <ac:spMkLst>
            <pc:docMk/>
            <pc:sldMk cId="3244708433" sldId="260"/>
            <ac:spMk id="92" creationId="{2B3EA088-57A0-CB42-A109-B4EB6276A100}"/>
          </ac:spMkLst>
        </pc:spChg>
        <pc:spChg chg="del mod">
          <ac:chgData name="Pierre Vernier" userId="c0724c4be7323c75" providerId="LiveId" clId="{FF140F59-24EF-47C5-8329-B899C4B28D06}" dt="2023-09-04T09:25:38.579" v="49" actId="478"/>
          <ac:spMkLst>
            <pc:docMk/>
            <pc:sldMk cId="3244708433" sldId="260"/>
            <ac:spMk id="93" creationId="{2ED30285-4595-5B4B-5E32-C8B101541D10}"/>
          </ac:spMkLst>
        </pc:spChg>
        <pc:spChg chg="del mod">
          <ac:chgData name="Pierre Vernier" userId="c0724c4be7323c75" providerId="LiveId" clId="{FF140F59-24EF-47C5-8329-B899C4B28D06}" dt="2023-09-04T09:28:33.769" v="56" actId="478"/>
          <ac:spMkLst>
            <pc:docMk/>
            <pc:sldMk cId="3244708433" sldId="260"/>
            <ac:spMk id="94" creationId="{4F4B7E1C-CA64-01E4-DC8D-223FFB0A8E04}"/>
          </ac:spMkLst>
        </pc:spChg>
        <pc:spChg chg="del mod">
          <ac:chgData name="Pierre Vernier" userId="c0724c4be7323c75" providerId="LiveId" clId="{FF140F59-24EF-47C5-8329-B899C4B28D06}" dt="2023-09-04T11:53:24.804" v="83" actId="478"/>
          <ac:spMkLst>
            <pc:docMk/>
            <pc:sldMk cId="3244708433" sldId="260"/>
            <ac:spMk id="95" creationId="{64C52624-50BC-C006-834A-A0EE4187DB14}"/>
          </ac:spMkLst>
        </pc:spChg>
        <pc:spChg chg="del mod">
          <ac:chgData name="Pierre Vernier" userId="c0724c4be7323c75" providerId="LiveId" clId="{FF140F59-24EF-47C5-8329-B899C4B28D06}" dt="2023-09-04T11:53:36.928" v="85" actId="478"/>
          <ac:spMkLst>
            <pc:docMk/>
            <pc:sldMk cId="3244708433" sldId="260"/>
            <ac:spMk id="96" creationId="{762EF256-978B-40DB-B81B-786153C3BE27}"/>
          </ac:spMkLst>
        </pc:spChg>
        <pc:spChg chg="del mod">
          <ac:chgData name="Pierre Vernier" userId="c0724c4be7323c75" providerId="LiveId" clId="{FF140F59-24EF-47C5-8329-B899C4B28D06}" dt="2023-09-04T11:56:46.108" v="94" actId="478"/>
          <ac:spMkLst>
            <pc:docMk/>
            <pc:sldMk cId="3244708433" sldId="260"/>
            <ac:spMk id="97" creationId="{C4F27B1B-BF07-8097-AE0D-6B20745E8CA6}"/>
          </ac:spMkLst>
        </pc:spChg>
        <pc:spChg chg="del mod">
          <ac:chgData name="Pierre Vernier" userId="c0724c4be7323c75" providerId="LiveId" clId="{FF140F59-24EF-47C5-8329-B899C4B28D06}" dt="2023-09-04T15:10:03.858" v="109" actId="478"/>
          <ac:spMkLst>
            <pc:docMk/>
            <pc:sldMk cId="3244708433" sldId="260"/>
            <ac:spMk id="98" creationId="{41FA971A-DD8B-B780-8FF7-1C35D638D39A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111" creationId="{1C1F5136-7F24-714A-A566-07B8EC1BC100}"/>
          </ac:spMkLst>
        </pc:spChg>
        <pc:spChg chg="mod">
          <ac:chgData name="Pierre Vernier" userId="c0724c4be7323c75" providerId="LiveId" clId="{FF140F59-24EF-47C5-8329-B899C4B28D06}" dt="2023-09-04T09:30:23.522" v="78" actId="1076"/>
          <ac:spMkLst>
            <pc:docMk/>
            <pc:sldMk cId="3244708433" sldId="260"/>
            <ac:spMk id="112" creationId="{D465254B-1F42-D169-8E96-897D43AD9A6D}"/>
          </ac:spMkLst>
        </pc:spChg>
        <pc:graphicFrameChg chg="add del mod">
          <ac:chgData name="Pierre Vernier" userId="c0724c4be7323c75" providerId="LiveId" clId="{FF140F59-24EF-47C5-8329-B899C4B28D06}" dt="2023-09-04T09:23:42.891" v="3"/>
          <ac:graphicFrameMkLst>
            <pc:docMk/>
            <pc:sldMk cId="3244708433" sldId="260"/>
            <ac:graphicFrameMk id="2" creationId="{68055015-FA3B-B07E-84E5-0B72E79A9979}"/>
          </ac:graphicFrameMkLst>
        </pc:graphicFrameChg>
        <pc:picChg chg="add mod">
          <ac:chgData name="Pierre Vernier" userId="c0724c4be7323c75" providerId="LiveId" clId="{FF140F59-24EF-47C5-8329-B899C4B28D06}" dt="2023-09-04T09:25:23.977" v="48" actId="1076"/>
          <ac:picMkLst>
            <pc:docMk/>
            <pc:sldMk cId="3244708433" sldId="260"/>
            <ac:picMk id="4" creationId="{2DA99C10-A326-399C-6AF2-7002D8007E95}"/>
          </ac:picMkLst>
        </pc:picChg>
        <pc:picChg chg="add mod">
          <ac:chgData name="Pierre Vernier" userId="c0724c4be7323c75" providerId="LiveId" clId="{FF140F59-24EF-47C5-8329-B899C4B28D06}" dt="2023-09-04T09:26:50.702" v="53" actId="1076"/>
          <ac:picMkLst>
            <pc:docMk/>
            <pc:sldMk cId="3244708433" sldId="260"/>
            <ac:picMk id="9" creationId="{4841C21D-0FD1-4136-F847-379D7E34A630}"/>
          </ac:picMkLst>
        </pc:picChg>
        <pc:picChg chg="add mod">
          <ac:chgData name="Pierre Vernier" userId="c0724c4be7323c75" providerId="LiveId" clId="{FF140F59-24EF-47C5-8329-B899C4B28D06}" dt="2023-09-04T09:28:53.605" v="57" actId="1076"/>
          <ac:picMkLst>
            <pc:docMk/>
            <pc:sldMk cId="3244708433" sldId="260"/>
            <ac:picMk id="13" creationId="{BE1C8FD1-97F9-BB0C-1530-F45E6796EC37}"/>
          </ac:picMkLst>
        </pc:picChg>
        <pc:picChg chg="add mod">
          <ac:chgData name="Pierre Vernier" userId="c0724c4be7323c75" providerId="LiveId" clId="{FF140F59-24EF-47C5-8329-B899C4B28D06}" dt="2023-09-04T11:53:42.133" v="86" actId="1076"/>
          <ac:picMkLst>
            <pc:docMk/>
            <pc:sldMk cId="3244708433" sldId="260"/>
            <ac:picMk id="20" creationId="{6C1C6162-BECB-5DD4-32A7-7C71929F8EC2}"/>
          </ac:picMkLst>
        </pc:picChg>
        <pc:picChg chg="add mod">
          <ac:chgData name="Pierre Vernier" userId="c0724c4be7323c75" providerId="LiveId" clId="{FF140F59-24EF-47C5-8329-B899C4B28D06}" dt="2023-09-04T11:54:18.594" v="89" actId="1076"/>
          <ac:picMkLst>
            <pc:docMk/>
            <pc:sldMk cId="3244708433" sldId="260"/>
            <ac:picMk id="23" creationId="{257E63CA-5C34-572C-A1CA-A006E95A9349}"/>
          </ac:picMkLst>
        </pc:picChg>
        <pc:picChg chg="add del mod">
          <ac:chgData name="Pierre Vernier" userId="c0724c4be7323c75" providerId="LiveId" clId="{FF140F59-24EF-47C5-8329-B899C4B28D06}" dt="2023-09-04T15:07:02.041" v="96" actId="478"/>
          <ac:picMkLst>
            <pc:docMk/>
            <pc:sldMk cId="3244708433" sldId="260"/>
            <ac:picMk id="25" creationId="{23E6E1F6-153B-05F8-971C-CF43D45490DB}"/>
          </ac:picMkLst>
        </pc:picChg>
        <pc:picChg chg="add del mod">
          <ac:chgData name="Pierre Vernier" userId="c0724c4be7323c75" providerId="LiveId" clId="{FF140F59-24EF-47C5-8329-B899C4B28D06}" dt="2023-09-04T15:07:45.687" v="101" actId="478"/>
          <ac:picMkLst>
            <pc:docMk/>
            <pc:sldMk cId="3244708433" sldId="260"/>
            <ac:picMk id="27" creationId="{68A4BF73-575D-89D2-94D6-9AD58AE2145C}"/>
          </ac:picMkLst>
        </pc:picChg>
        <pc:picChg chg="add mod">
          <ac:chgData name="Pierre Vernier" userId="c0724c4be7323c75" providerId="LiveId" clId="{FF140F59-24EF-47C5-8329-B899C4B28D06}" dt="2023-09-04T16:18:51.524" v="120" actId="1038"/>
          <ac:picMkLst>
            <pc:docMk/>
            <pc:sldMk cId="3244708433" sldId="260"/>
            <ac:picMk id="29" creationId="{8056E479-8CC6-D8EA-82E2-A85CD79639F0}"/>
          </ac:picMkLst>
        </pc:picChg>
        <pc:picChg chg="add mod">
          <ac:chgData name="Pierre Vernier" userId="c0724c4be7323c75" providerId="LiveId" clId="{FF140F59-24EF-47C5-8329-B899C4B28D06}" dt="2023-09-04T16:18:56.202" v="125" actId="1038"/>
          <ac:picMkLst>
            <pc:docMk/>
            <pc:sldMk cId="3244708433" sldId="260"/>
            <ac:picMk id="31" creationId="{040F8696-C9B9-8DF0-FF32-9790C4DF2422}"/>
          </ac:picMkLst>
        </pc:pic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3" creationId="{9D1C9A54-94D9-42C0-CA51-C48F5B473A24}"/>
          </ac:cxnSpMkLst>
        </pc:cxn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12" creationId="{B1E02EEF-B877-4E6C-FDBE-056C2B645B6B}"/>
          </ac:cxnSpMkLst>
        </pc:cxnChg>
        <pc:cxnChg chg="add mod">
          <ac:chgData name="Pierre Vernier" userId="c0724c4be7323c75" providerId="LiveId" clId="{FF140F59-24EF-47C5-8329-B899C4B28D06}" dt="2023-09-04T09:29:54.271" v="60" actId="13822"/>
          <ac:cxnSpMkLst>
            <pc:docMk/>
            <pc:sldMk cId="3244708433" sldId="260"/>
            <ac:cxnSpMk id="15" creationId="{680EABF0-900C-A50C-258D-9390F51C4A34}"/>
          </ac:cxnSpMkLst>
        </pc:cxn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16" creationId="{837DD926-9FC0-227C-99CB-792A3A833347}"/>
          </ac:cxnSpMkLst>
        </pc:cxn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17" creationId="{3ABFC53E-0CD5-854B-D457-0C4174DBB39E}"/>
          </ac:cxnSpMkLst>
        </pc:cxn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22" creationId="{5FE5D0F5-0BF2-2C97-7283-2DCA7170D34C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0" creationId="{1028783F-9F6C-C8E9-DA8E-C50E12B588C4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2" creationId="{BC6219CE-1CC5-96C1-460D-D5A3C249A7A8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4" creationId="{6FC76BD0-3866-1AE0-4C1C-708BE1206B91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6" creationId="{2F25FC93-3330-2472-DD2E-A45A7E40A2B9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8" creationId="{1D11265A-A86C-F1D8-DDF5-91771EB0368D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10" creationId="{BA1A7FAE-6A97-F1C7-DB50-5CCA8A970E5A}"/>
          </ac:cxnSpMkLst>
        </pc:cxnChg>
      </pc:sldChg>
      <pc:sldChg chg="del">
        <pc:chgData name="Pierre Vernier" userId="c0724c4be7323c75" providerId="LiveId" clId="{FF140F59-24EF-47C5-8329-B899C4B28D06}" dt="2023-09-04T09:22:52.437" v="1" actId="47"/>
        <pc:sldMkLst>
          <pc:docMk/>
          <pc:sldMk cId="330978501" sldId="261"/>
        </pc:sldMkLst>
      </pc:sldChg>
      <pc:sldChg chg="del">
        <pc:chgData name="Pierre Vernier" userId="c0724c4be7323c75" providerId="LiveId" clId="{FF140F59-24EF-47C5-8329-B899C4B28D06}" dt="2023-09-04T16:23:32.453" v="127" actId="2696"/>
        <pc:sldMkLst>
          <pc:docMk/>
          <pc:sldMk cId="1388768846" sldId="262"/>
        </pc:sldMkLst>
      </pc:sldChg>
      <pc:sldChg chg="del">
        <pc:chgData name="Pierre Vernier" userId="c0724c4be7323c75" providerId="LiveId" clId="{FF140F59-24EF-47C5-8329-B899C4B28D06}" dt="2023-09-04T09:22:52.437" v="1" actId="47"/>
        <pc:sldMkLst>
          <pc:docMk/>
          <pc:sldMk cId="3958138750" sldId="263"/>
        </pc:sldMkLst>
      </pc:sldChg>
      <pc:sldChg chg="del">
        <pc:chgData name="Pierre Vernier" userId="c0724c4be7323c75" providerId="LiveId" clId="{FF140F59-24EF-47C5-8329-B899C4B28D06}" dt="2023-09-04T09:22:52.437" v="1" actId="47"/>
        <pc:sldMkLst>
          <pc:docMk/>
          <pc:sldMk cId="918527751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338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87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191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388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082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887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931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933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42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257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537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B834B-9BC9-426A-9A25-1E46587FB363}" type="datetimeFigureOut">
              <a:rPr lang="en-CA" smtClean="0"/>
              <a:t>2026-05-15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18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9EEFBA8-36D2-436B-9E3D-264B1291F1C5}"/>
              </a:ext>
            </a:extLst>
          </p:cNvPr>
          <p:cNvSpPr txBox="1"/>
          <p:nvPr/>
        </p:nvSpPr>
        <p:spPr>
          <a:xfrm>
            <a:off x="208573" y="234823"/>
            <a:ext cx="8889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solidFill>
                  <a:srgbClr val="C00000"/>
                </a:solidFill>
              </a:rPr>
              <a:t>Workflow: Developing a Regional anthropogenic disturbance database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607206-7724-942C-B4DF-D257EEF53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813579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2. Assemble existing datasets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Roads, forestry, oil &amp; gas, mining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Rivers &amp; streams, topography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9AD17B-7D20-E0C8-6831-DD20AECE5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6849007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5. Merge existing and new datasets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Develop common attribute schema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Merge digitized features with existing features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65B405-6FBA-9F12-763A-421DAC455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321" y="5051860"/>
            <a:ext cx="1491720" cy="6858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Linear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disturbances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992581-F12D-2C74-2C23-314F65C0E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489902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1. Define project parameters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Area and year(s) of interest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Key industry and disturbance types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B3F1C4-FD8D-5B10-67C8-94113DFBB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460934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4. Digitize disturbances in gaps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Select high resolution imagery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Digitize disturbance features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Assign attributes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5F46E5-C00C-98A2-063A-7E603E9DA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137256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US" sz="1400" b="1" dirty="0">
                <a:solidFill>
                  <a:srgbClr val="000000"/>
                </a:solidFill>
                <a:cs typeface="Arial"/>
              </a:rPr>
              <a:t>3. Identify gaps in mapping</a:t>
            </a:r>
            <a:endParaRPr lang="en-US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US" sz="1400" dirty="0">
                <a:solidFill>
                  <a:srgbClr val="000000"/>
                </a:solidFill>
                <a:cs typeface="Arial"/>
              </a:rPr>
              <a:t>- Spatial gaps (never mapped)</a:t>
            </a:r>
          </a:p>
          <a:p>
            <a:pPr algn="ctr" rtl="0">
              <a:defRPr sz="1000"/>
            </a:pPr>
            <a:r>
              <a:rPr lang="en-US" sz="1400" dirty="0">
                <a:solidFill>
                  <a:srgbClr val="000000"/>
                </a:solidFill>
                <a:cs typeface="Arial"/>
              </a:rPr>
              <a:t>- Temporal gaps (older maps)</a:t>
            </a:r>
            <a:endParaRPr lang="en-CA" sz="1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686A67-B24F-CECC-168D-BB69005E2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321" y="5959420"/>
            <a:ext cx="1491720" cy="685800"/>
          </a:xfrm>
          <a:prstGeom prst="rect">
            <a:avLst/>
          </a:prstGeom>
          <a:noFill/>
          <a:ln cap="sq"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Areal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disturbances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DE72446-9F73-093D-B3F9-DEA9ED38F5E9}"/>
              </a:ext>
            </a:extLst>
          </p:cNvPr>
          <p:cNvCxnSpPr>
            <a:cxnSpLocks/>
            <a:stCxn id="36" idx="3"/>
            <a:endCxn id="33" idx="1"/>
          </p:cNvCxnSpPr>
          <p:nvPr/>
        </p:nvCxnSpPr>
        <p:spPr>
          <a:xfrm flipV="1">
            <a:off x="7467600" y="5394760"/>
            <a:ext cx="1491721" cy="5233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9F28F98A-7CA9-CD54-7BCF-77CE48CBC1DB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7467600" y="5918134"/>
            <a:ext cx="1491721" cy="3197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098454F-2056-6AB0-A5BE-9A0164A23463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>
            <a:off x="6096000" y="5051656"/>
            <a:ext cx="0" cy="409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A04496A-33B9-21B2-4734-706976485430}"/>
              </a:ext>
            </a:extLst>
          </p:cNvPr>
          <p:cNvCxnSpPr>
            <a:stCxn id="31" idx="2"/>
            <a:endCxn id="37" idx="0"/>
          </p:cNvCxnSpPr>
          <p:nvPr/>
        </p:nvCxnSpPr>
        <p:spPr>
          <a:xfrm>
            <a:off x="6096000" y="3727979"/>
            <a:ext cx="0" cy="40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0DF4A71-A3A1-0CCE-2CC8-9ABFBD7BE8E1}"/>
              </a:ext>
            </a:extLst>
          </p:cNvPr>
          <p:cNvCxnSpPr>
            <a:stCxn id="35" idx="2"/>
            <a:endCxn id="31" idx="0"/>
          </p:cNvCxnSpPr>
          <p:nvPr/>
        </p:nvCxnSpPr>
        <p:spPr>
          <a:xfrm>
            <a:off x="6096000" y="2404302"/>
            <a:ext cx="0" cy="40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B15BCA8-BDF3-CED7-BAD5-B9DF7638B384}"/>
              </a:ext>
            </a:extLst>
          </p:cNvPr>
          <p:cNvCxnSpPr>
            <a:stCxn id="36" idx="2"/>
            <a:endCxn id="32" idx="0"/>
          </p:cNvCxnSpPr>
          <p:nvPr/>
        </p:nvCxnSpPr>
        <p:spPr>
          <a:xfrm>
            <a:off x="6096000" y="6375334"/>
            <a:ext cx="0" cy="473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8F6767C3-E75C-929B-97DD-B001CEAF8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321" y="6964918"/>
            <a:ext cx="1491720" cy="685800"/>
          </a:xfrm>
          <a:prstGeom prst="rect">
            <a:avLst/>
          </a:prstGeom>
          <a:noFill/>
          <a:ln cap="sq"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Combined dataset (existing &amp; new disturbances)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6A517A1-98E5-35C2-3598-CF3652366C5D}"/>
              </a:ext>
            </a:extLst>
          </p:cNvPr>
          <p:cNvCxnSpPr>
            <a:cxnSpLocks/>
            <a:stCxn id="32" idx="3"/>
            <a:endCxn id="46" idx="1"/>
          </p:cNvCxnSpPr>
          <p:nvPr/>
        </p:nvCxnSpPr>
        <p:spPr>
          <a:xfrm>
            <a:off x="7467600" y="7306207"/>
            <a:ext cx="1491721" cy="1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A9AF051-98D0-B1E8-AF2C-8BDC8FE9A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5461334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6. Validate disturbance maps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Develop validation plan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Validate features and attributes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6463140-7FBF-7A82-66FF-EBBC52DEE06E}"/>
              </a:ext>
            </a:extLst>
          </p:cNvPr>
          <p:cNvCxnSpPr>
            <a:stCxn id="32" idx="1"/>
            <a:endCxn id="48" idx="2"/>
          </p:cNvCxnSpPr>
          <p:nvPr/>
        </p:nvCxnSpPr>
        <p:spPr>
          <a:xfrm rot="10800000">
            <a:off x="3009900" y="6375735"/>
            <a:ext cx="1714500" cy="9304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7DCCC24-1206-F5FB-EB8D-720983DF9D74}"/>
              </a:ext>
            </a:extLst>
          </p:cNvPr>
          <p:cNvCxnSpPr>
            <a:stCxn id="48" idx="0"/>
            <a:endCxn id="37" idx="1"/>
          </p:cNvCxnSpPr>
          <p:nvPr/>
        </p:nvCxnSpPr>
        <p:spPr>
          <a:xfrm rot="5400000" flipH="1" flipV="1">
            <a:off x="3433711" y="4170645"/>
            <a:ext cx="866878" cy="17145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B574B28-1F8B-DEFF-CC27-2A30B829AFBB}"/>
              </a:ext>
            </a:extLst>
          </p:cNvPr>
          <p:cNvCxnSpPr>
            <a:stCxn id="48" idx="3"/>
            <a:endCxn id="36" idx="1"/>
          </p:cNvCxnSpPr>
          <p:nvPr/>
        </p:nvCxnSpPr>
        <p:spPr>
          <a:xfrm flipV="1">
            <a:off x="4381500" y="5918134"/>
            <a:ext cx="342900" cy="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53819E23-A740-F69E-1FAF-A073AC7CE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321" y="2929490"/>
            <a:ext cx="1491720" cy="6858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Provincial-level datasets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12487E-D5AC-1F77-DFB6-01CD52CB683D}"/>
              </a:ext>
            </a:extLst>
          </p:cNvPr>
          <p:cNvCxnSpPr>
            <a:cxnSpLocks/>
            <a:stCxn id="31" idx="3"/>
            <a:endCxn id="52" idx="1"/>
          </p:cNvCxnSpPr>
          <p:nvPr/>
        </p:nvCxnSpPr>
        <p:spPr>
          <a:xfrm>
            <a:off x="7467600" y="3270779"/>
            <a:ext cx="1491721" cy="1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7ED7416-F560-383E-717B-33EAC0DF132C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695699" y="1947102"/>
            <a:ext cx="1028701" cy="1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4ABD04-7084-2B69-DF99-D9D591B3C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899" y="1338213"/>
            <a:ext cx="1828800" cy="12252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71908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2247</TotalTime>
  <Words>134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 and tools for evaluating human footprint and landscape intactness at regional scales</dc:title>
  <dc:creator>Pierre Vernier</dc:creator>
  <cp:lastModifiedBy>Pierre Vernier</cp:lastModifiedBy>
  <cp:revision>6</cp:revision>
  <dcterms:created xsi:type="dcterms:W3CDTF">2023-08-11T13:55:39Z</dcterms:created>
  <dcterms:modified xsi:type="dcterms:W3CDTF">2026-05-15T06:26:49Z</dcterms:modified>
</cp:coreProperties>
</file>